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D4 應用安全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22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發現未授權 API 時，為什麼不該立刻封鎖？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可能中斷合法業務。ISC2 常要先 gather more data，釐清業務需求與影響。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雲端開發者最容易失去哪項控制權？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底層 logging，因為日誌設施通常由 CSP 掌握。不是欄位驗證。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開發人員測試自己程式的核心問題是什麼？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Conflict of interest／vested interest：他們希望軟體表現良好，因而產生盲點。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Forklifting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傳統應用不經修改直接搬上雲端，即 lift and shift。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REST 與 SOAP 怎麼分？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SOAP 依賴嚴格 XML 協定標準；REST 核心優勢是輕量與可擴展。不要說 REST 建立在同樣嚴格的協定標準上。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IAM 的終極目的是什麼？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Accountability（可歸責）。Authorization 只是過程。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ISO 27034 的 ONF 與 ANF 數量關係？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組織只有 1 個 ONF；每個應用有 1 個專屬 ANF。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要找程式設計邏輯錯誤，弱點掃描夠嗎？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不夠。弱掃找已知系統弱點；邏輯錯誤靠原始碼審查／SAST。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SAST 與 DAST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SAST 看原始碼（白箱、開發期）；DAST 測運行中應用（黑箱、執行期）。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IAST 與 RASP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IAST 在測試／執行中儀測以找漏洞；RASP 在執行期於應用內防禦攻擊。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API Gateway 與傳統防火牆差在哪？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API Gateway 理解 API 呼叫、驗證、限流與應用層政策；傳統防火牆主要在網路層過濾。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Secure SDLC 的 shift left 是什麼意思？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把安全活動前移到需求、設計與開發，而不是只在上線前掃描。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Threat modeling 主要回答什麼？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系統有哪些資產、威脅、攻擊路徑與應優先的對策。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PaaS 測試的典型限制是什麼？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客戶可能無法對底層平台做完整基礎設施測試，只能在被允許的應用層範圍測試。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Code signing 的目的？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證明軟體來源與完整性，讓執行前能驗證發行者與未被篡改。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Nonfunctional requirements 常見包含什麼？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效能、可用性、可擴充性、安全性、可維護性等，不是功能清單本身。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Federated identity 解決什麼？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讓使用者用可信身分提供者的身分，跨組織／雲服務存取，而不在每個 SP 各建一套帳號。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OWASP Top 10 在 CCSP 怎麼用？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作為 Web／應用常見風險清單與溝通框架，不是唯一合規標準。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Side-channel attack 在雲端為何被討論？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共享硬體可能讓攻擊者從時序、快取、電源等旁路推斷資訊。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應用安全題看到 best／first 時先問什麼？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這是治理／調查優先，還是立刻做技術強制。ISC2 常先選釐清與最小業務衝擊。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為什麼「工程師不擅長測試」通常是錯的？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那是情緒性說法。考試要的是獨立測試與利益衝突，不是能力貶低。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Release acceptance 的主要目的是什麼？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確認發行物符合既定驗收準則後才放行。文件化與核准是支撐，不是最上位目的。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