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4E79"/>
                </a:solidFill>
                <a:latin typeface="PingFang TC"/>
              </a:defRPr>
            </a:pPr>
            <a:r>
              <a:t>CCSP D5 安全維運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55555"/>
                </a:solidFill>
                <a:latin typeface="PingFang TC"/>
              </a:defRPr>
            </a:pPr>
            <a:r>
              <a:t>32 cards  |  Upload this PPT to Knowt AI Summarizer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Q001  / 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日誌跨系統關聯的第一先決條件是什麼？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Clock synchronization／NTP。不是 RAM 或磁碟容量。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Q002  / 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Honeypot 的合法用途有哪些？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偵測、分流注意力、拖延、蒐集威脅情報。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Q003  / 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Honeypot 不能做什麼？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主動招攬攻擊者（luring）。那可能構成 entrapment，傷害後續追訴。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Q004  / 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雲端自動修補最大死角是什麼？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Snapshot／saved／dormant VM images 收不到 patch，被喚醒後帶已知漏洞上線。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Q005  / 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Baseline 發揮完整價值的必要條件？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Documentation。沒寫下來就無法定義、證明與還原偏離。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Q006  / 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Baseline 是防毒或 HIDS 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不是。它是用來比較的安全組態標準。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Q007  / 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發現 baseline deviation 應該直接改回去嗎？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不要。應 document → assess → authorize 或 remediate → 若屬合法變更則更新 baseline。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Q008  / 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Configuration maintenance 包含什麼？不包含什麼？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包含 baseline、變更、patch、版本控制、驗證、偏離管理、文件。不包含 social engineering。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Q009  / 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Production patch 為什麼不能看到更新就部署？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要評估 compatibility、可用性衝擊與變更風險：Identify → Evaluate → Test → Approve → Deploy → Validate。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Q010  / 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Vendor guidance 能否取代 risk owner？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不能。Vendor 建議重要，但風險所有者仍是你的組織。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Q011  / 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Host 進入 maintenance 前，cluster 通常先做什麼？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Move／drain workload，或確保其他節點仍能承載服務。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Q012  / 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Maintenance mode 可以停 monitoring／logging 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不行。維護期間仍要保留監控與日誌，才能驗證與調查。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Q013  / 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維運生命週期口訣？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Baseline → Harden → Document → Monitor → Detect deviation → Change management → Patch／test → Remediate → Re-baseline。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Q014  / 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Exposure Factor 受什麼影響最大？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Type of threat vector。它決定破壞機制與可能損失百分比。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Q015  / 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SLE 與 ALE 公式？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SLE = AV × EF；ALE = SLE × ARO。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Q016  / 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Risk treatment 四種？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Avoid、mitigate、transfer／share、accept。殘餘風險最終必須被適當接受。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Q017  / 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ITIL 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IT service management 框架。不要當成資安控制目錄或法律。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Q018  / 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COBIT 偏向什麼？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IT 治理與控制目標，不是單純技術組態基準。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Q019  / 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Golden image 為何是修補風險？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映像檔若過期，之後大量克隆會複製未修補狀態。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Q020  / 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跨時區 VM patching 要注意什麼？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維護窗必須對應各系統本地風險與業務時間，不能只用單一總部時區硬切。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Q021  / 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Hardening 與 auditing 差在哪？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Hardening 是減少攻擊面的強化；auditing 是驗證與舉證。不要把稽核當強化本身。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Q022  / 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Management plane isolation 的維運意義？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管理面被攻破可控制所有 guest；應獨立網路、強認證與嚴格存取。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Q023  / 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HA、clustering、live migration 怎麼分？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HA 是整體可用性目標；clustering 提供節點互相承接；live migration 是把運行中 workload 挪走以便維護。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Q024  / 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為什麼離線就等於可能未修補？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自動化修補通常只打到 running instance。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Q025  / 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Configuration drift 沒有文件時為何無法證明？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沒有基準就無法證明「現在」偏離「應有狀態」。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Q026  / 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定量風險裡 AV、EF、ARO 各是什麼？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AV 資產價值；EF 單次事件損失比例；ARO 年發生率。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Q027  / 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殘餘風險最後要誰處理？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必須被適當的管理層接受，或繼續處理到可接受。不能懸空。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Q028  / 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SIEM 的價值建立在什麼前提？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可靠、同步、集中的日誌。沒有時間同步就很難做事件重建。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Q029  / 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Patch 責任在共享責任模型裡怎麼想？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誰能改那一層誰就有操作責任：guest OS／app 常是客戶；底層 hypervisor／host 常是 CSP。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Q030  / 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Honeypot EXCEPT 題秒選什麼？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Luring attackers。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Q031  / 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問 baseline 必要條件時不要選什麼？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不要選培訓或 HIDS；選 documentation。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  <a:latin typeface="PingFang TC"/>
              </a:defRPr>
            </a:pPr>
            <a:r>
              <a:t>Q032  / 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11111"/>
                </a:solidFill>
                <a:latin typeface="PingFang TC"/>
              </a:defRPr>
            </a:pPr>
            <a:r>
              <a:t>維護完成後還缺哪一步？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82828"/>
                </a:solidFill>
                <a:latin typeface="PingFang TC"/>
              </a:defRPr>
            </a:pPr>
            <a:r>
              <a:t>A  Validate 後 return to service，必要時更新 baseline。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