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PingFang TC"/>
              </a:defRPr>
            </a:pPr>
            <a:r>
              <a:t>CCSP TLS PKI 密碼學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55555"/>
                </a:solidFill>
                <a:latin typeface="PingFang TC"/>
              </a:defRPr>
            </a:pPr>
            <a:r>
              <a:t>40 cards  |  Upload this PPT to Knowt AI Summarizer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Q001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用一句話說明 TLS 四段工作？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Certificate 綁定身分與 public key；digital signature 證明持有 private key；(EC)DHE 建立 shared secret；symmetric crypto 保護實際流量。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Q002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Symmetric encryption 的核心？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同一把 secret key 做加解密。適合大量資料，所以 bulk／TLS application traffic 用它。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Q003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Symmetric 最大問題是什麼？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Key distribution：雙方如何安全取得同一把 secret。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Q004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Asymmetric cryptography 使用什麼？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Public key + private key 這一對 mathematically related keys。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Q005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要給 Bob 機密訊息時用哪把 key 加密？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Bob 的 public key 加密，Bob 的 private key 解密。目的是 confidentiality。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Q006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數位簽章用哪把 key？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簽署者 private key 簽名，對應 public key 驗證。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Q007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Digital signature 提供什麼、不提供什麼？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提供 integrity、authenticity、non-repudiation support；不提供 confidentiality。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Q008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為什麼不要說「用 private key 加密」來形容簽章？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這是舊簡化。CCSP 較安全的說法是 sign with private key、verify with public key。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Q009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Hash 單獨能證明是誰產生的嗎？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不能。任何人改完內容都可以重算 hash。Hash 只能協助偵測修改。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Q010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HMAC 為什麼通常不能給真正 non-repudiation？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雙方共享同一 secret，理論上都能做出 valid MAC。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Q011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X.509 certificate 最重要的一句？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把 identity／subject 與 public key 綁在一起，並由 CA 數位簽章證明此 binding。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Q012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Certificate 裡有 private key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不應有。公開憑證帶 public key；private key 必須另外保密。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Q013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CA 的主要工作是什麼？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依程序驗證 subject，並用 CA private key 簽署憑證。不是幫你加密流量。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Q014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誰驗證 CA 在憑證上的簽章？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Client 用 CA public key 驗證。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Q015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PKI chain of trust 怎麼走？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Root CA → Intermediate CA → server certificate。Trust store 預先信任 root。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Q016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憑證驗證至少要看哪些？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簽章／鏈、有效期、主體／hostname（SAN）、key usage、撤銷（CRL／OCSP）。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Q017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憑證過期後 public key 數學上會壞掉嗎？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不會。但 PKI 驗證應拒絕，因為超出核准有效期。這是 trust validity 不是數學失效。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Q018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只偷到 server 的公開憑證能冒充伺服器嗎？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不能。關鍵秘密是 private key。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Q019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TLS 是 hybrid cryptosystem 的原因？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非對稱／DH 做認證與金鑰建立；對稱金鑰做大量加密。全非對稱太慢，全對稱無法安全起步。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Q020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TLS 1.3 中 certificate 與 ECDHE 各做什麼？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Certificate／signature = authentication；ECDHE = key establishment。兩者是不同功能。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Q021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TLS application traffic 用什麼加密？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Derived symmetric traffic keys，常見 AES-GCM 或 ChaCha20-Poly1305（AEAD）。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Q022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ECDHE 最大安全特性？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Forward secrecy：每個 session 用 ephemeral keys，長期金鑰失竊不應讓過去流量自動可解。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Q023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ECDSA 與 ECDHE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ECDSA = digital signature；ECDHE = key establishment。不要混。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Q024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TLS 1.3 還用傳統 RSA static key exchange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不用。那是舊 TLS 常見、且無 forward secrecy 的做法。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Q025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為什麼「X.509 產生 shared secret」不精確？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憑證主要做身分綁定與認證；TLS 1.3 的 shared secret 通常由 (EC)DHE 建立。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Q026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AES-GCM 為什麼常出現在 TLS？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它是 AEAD，可同時提供機密性與密文完整性。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Q027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TLS 1.3 cipher suite 名稱還會寫出 ECDHE／RSA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通常不會。TLS 1.3 把憑證演算法與 ECDHE group 分開協商，例如 TLS_AES_128_GCM_SHA256。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Q028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mTLS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雙方都出示憑證：server authentication + client certificate authentication。一般公開 HTTPS 未必做 client cert。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Q029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CRL 與 OCSP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CRL 下載撤銷清單；OCSP 詢問特定憑證的撤銷狀態。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Q030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Root CA 為什麼能被信任？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它是 trust anchor，已預先放在 OS／browser trust store。不是因為 self-signed 就自動可信。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Q031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Self-signed certificate 的信任問題？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Subject = Issuer，密碼學上可驗簽，但缺少外部可信 CA 時必須另有 out-of-band trust。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Q032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Certificate、KMS、HSM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Certificate = 身分與 public key 綁定；KMS = 金鑰生命週期管理；HSM = 受保護硬體做金鑰運算。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Q033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大量資料加密看到題目先選什麼？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Symmetric。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Q034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問「誰簽的、完整性 + 不可否認」選什麼？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Digital signature。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Q035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問「完整性 + 共享密鑰認證」選什麼？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HMAC。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Q036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問 TLS fresh shared secret 選什麼？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(EC)DHE。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Q037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問 forward secrecy 選什麼？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Ephemeral Diffie-Hellman／ECDHE。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Q038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最不能外洩的是什麼？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Private key。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Q039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Authentication 與 confidentiality 各回答什麼？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Authentication：你是誰？Confidentiality：未授權者能否讀懂？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Q040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瀏覽器收到 server X.509 的主要密碼學目的？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透過可信 CA 簽章，把伺服器身分綁定到 public key。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