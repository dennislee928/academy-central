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D1 雲端概念與角色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25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Public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開放給一般公眾使用，通常由雲端服務提供者擁有、管理及營運。不要和 private cloud 搞混。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Private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僅供單一組織專屬使用。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Hybrid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由兩個以上不同雲端基礎架構組成，並以標準化技術連結。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Community cloud 的定義是什麼？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供具有共同關注事項的特定消費者群體專屬使用。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Multicloud 一定等於 Hybrid cloud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不一定。Multicloud 是使用多家 CSP；Hybrid 強調不同基礎設施被標準化技術綁在一起。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IaaS 最主要的商業驅動力是什麼？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Transfer of ownership cost：CapEx 轉 OpEx。不要先選能源或冷卻效率。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IaaS／PaaS／SaaS 客戶各管什麼？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IaaS：客戶管 OS／app／data；PaaS：客戶專注 app／code；SaaS：CSP 提供完整應用。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Broker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仲介、彙整、整合或管理雲端服務。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Reseller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購買 hosting／cloud service 後轉售給自己的客戶。不要選 Broker。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Carrier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提供連線與傳輸（connectivity and transport）。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Cloud Auditor 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執行獨立評估（independent assessment）。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Interoperability 與 Portability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Interoperability 是系統能否一起運作與交換；Portability 是工作負載／資料能否搬走。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ISC2 語境中，推動企業投入資安的最大外部因素通常是什麼？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Regulation（法規），不是「不斷演進的威脅」。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Access control criteria 最終應主要源自什麼？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Organizational policy／business requirements。外部法規要先轉成組織政策，再變成 IAM／ACL。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GLBA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Gramm-Leach-Bliley Act：美國聯邦法律，保護金融機構客戶的非公開個人資訊。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PCI DSS 是法律嗎？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不是。PCI DSS 是支付卡產業安全標準，不是聯邦隱私法。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Privacy 需求如何影響 deployment model？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高隱私／專屬控制需求通常偏向 private 或 community；open public 不適合高度敏感專屬資料。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FaaS／Serverless 的考試重點是什麼？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Event-driven function；客戶不管 server 管理，但仍要管程式、權限與資料。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 cloud sprawl 不只是基礎設施帳單問題？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還可能增加 OS、資料庫、資安設備與企業軟體的授權、訂閱與管理成本。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Asset inventory 回答什麼？BIA 回答什麼？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Inventory 回答「我們有什麼」；BIA 回答「什麼最重要、中斷會怎樣」。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Business requirements 能補技術盤點缺的什麼？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Business usefulness／value／criticality，這些不一定能只靠客觀 technical inventory 得到。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Production 在 CSP-A、backup 在 CSP-B，recovery 最直接的技術風險是什麼？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Interoperability／proprietary format incompatibility。這比泛稱 vendor lock-in 更直接卡住還原目標。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Q023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ISC2 兩個答案都合理時怎麼選？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選最直接解決題目所問 business／security objective 的答案，不要總選範圍最大的風險名詞。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Q024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組織把工作放到雲端後，誰仍通常保有 accountability？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Organization／data owner／controller。Responsibility 可委外，accountability 通常不消失。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Q025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評估 CSP 時，除了 CSP 本身安全態勢還要看什麼？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它所依賴的 third parties／subprocessors／supply chain。CSP secure ≠ 整條服務鏈 secure。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