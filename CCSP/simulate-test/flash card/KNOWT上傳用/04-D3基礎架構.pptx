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D3 基礎架構與 BC-DR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30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高架地板（raised flooring）的設計目的是什麼？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作為空調通風管道（air plenum）與佈線通道。不是避難所或儲藏室。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高架地板下方線材不整理，最大危害通常是什麼？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阻礙氣流、降低 HVAC 效率。不要先選防跌倒。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MAD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Maximum Allowable Downtime（亦見 MTD）：業務決定的最大可容忍停機時間。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RTO 與 MAD 的關係？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RTO 必須小於 MAD。IT 復原目標不能超過業務上限。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RPO 衡量什麼？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可容忍的資料損失量（以時間表示的 recovery point）。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誰負責攔截與協調硬體資源呼叫？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Hypervisor，不是一般系統管理員。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DR 計畫應該寫給誰執行？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任何具備基本技能的人。核心團隊災難時可能無法連線。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MFA 是最根本的安全原則嗎？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不是。MFA 是控制項；Defense in Depth 才是涵蓋架構的根本原則。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雲端最常見的無意行為後果是什麼？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忘記關閉無用 VM，造成 resource sprawl。不是一定立刻變成 disaster。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Public cloud 資料中心控制治理通常由誰制定？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Cloud provider。不要直接選 regulator。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Uptime Tier I 到 IV 分別是什麼？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 Basic Capacity；II Redundant Capacity Components；III Concurrently Maintainable；IV Fault Tolerant。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Uptime Tier-defined facilities 的燃油基準？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12 hours at N load。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ASHRAE A1–A4 建議溫度範圍？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18–27°C。93°F 顯然過高。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資料中心 Physical／Environmental／Resilience 各涵蓋什麼？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Physical：選址與實體進出；Environmental：HVAC、溫濕、氣流、消防；Resilience：UPS、發電機、燃油、冗餘電力／冷卻／連線。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NAS 與 SAN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NAS 是檔案層網路儲存；SAN 是區塊層儲存網路。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VLAN 在考試中常被當成什麼控制？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網路分段／隔離手段。不要把它當成加密或身分驗證。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SDN control plane 的角色？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集中決定轉送策略；data plane 依此轉送流量。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dispersion 與 encryption 為何有協同效應？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先加密再切碎分散：攻擊者拿到的是不完整亂碼碎片，互補彼此單獨使用的弱點。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Asset inventory 加 personnel training 有 synergy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通常沒有。兩者平行解決不同問題，不會互相放大同一攻擊路徑的防禦。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data center campus 入口常見什麼？不該把哪個當成敏感區控制？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應有 badging 等入口程序；mantrap 較屬敏感區／機房內層控制，不是所有 campus access point 的必備項。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VM configuration management 工具應包含什麼？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Log file generation，以支援變更追蹤與事件調查。不要只選 anti-tampering。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哪種控制會影響 egress monitoring 的可視性？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Encryption。加密後監控方案更難檢查內容。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Enhanced authentication 為什麼不該用 variable keystrokes？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每次擊鍵都不穩定就無法建立可靠生物特徵範本。Variable ≠ 有用的 dynamic factor。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Type 1 hypervisor 的關鍵特徵？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直接跑在硬體上（bare metal），不是裝在一般宿主 OS 裡的 Type 2。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Live migration 的維運用意？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workload 移到其他節點，使主機可進入 maintenance 而不中斷服務。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Management plane 為什麼要隔離？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它能控制整個雲環境；被攻破等於控制面失守，應與 production 資料面分離。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Hot aisle／cold aisle 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組織氣流，讓空調有效帶走熱氣。亂放東西會破壞氣流設計。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Clustered host 進入維護前先做什麼？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Drain／migrate workload，確保服務由其他節點承載。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Q029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OSI 題在 D3 常考什麼判斷？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先判斷題目在問哪一層的控制（例如網路分段、傳輸加密、應用識別），不要看到「網路」就一律選同一層。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Q030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第三方／供應鏈對基礎設施的意義？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你的 CSP 還可能依賴其他 subprocessors；評估時要看整條 dependency chain。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