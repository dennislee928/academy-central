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PingFang TC"/>
              </a:defRPr>
            </a:pPr>
            <a:r>
              <a:t>CCSP D2 資料安全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555"/>
                </a:solidFill>
                <a:latin typeface="PingFang TC"/>
              </a:defRPr>
            </a:pPr>
            <a:r>
              <a:t>55 cards  |  Upload this PPT to Knowt AI Summarizer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Q001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Secure Data Lifecycle 六個階段依序是什麼？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Create → Store → Use → Share → Archive → Destroy。口訣 C-S-U-S-A-D。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Q002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資料一建立時，最早應執行哪項治理活動？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Classification。後續 encryption、IAM、DLP、retention、sharing、destruction 都可能依賴它。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Q003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Share 之前是哪一個 lifecycle phase？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Use。Encrypt／Protect／Validate 是 control，不是 phase。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Q004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Control 和 lifecycle phase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Phase 是資料所處階段；control 是保護手段。看到 encrypt／tokenize／DLP 先問是不是被拿來冒充 phase。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Q005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Metadata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Data about data：建立時間、作者、檔案類型、位置、擁有者、schema 等描述資訊。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Q006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Label／Tag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刻意附加的分類或治理標誌，例如 Confidential、PII、Restricted。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Q007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Classification 問的是什麼問題？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這份資料有多敏感／屬哪一類？它是決策，不是自動產生的描述欄位。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Q008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Data Discovery 的核心功能是什麼？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找出敏感資料在哪裡、內容是什麼，並做內容檢視與盤點。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Q009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DLP 的核心功能是什麼？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依內容辨識敏感資料，監控或阻止不當流動。記：DLP = movement。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Q010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IRM／DRM 與 DLP 最大差異是什麼？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IRM 控制授權後能做什麼（view／copy／print／forward）；DLP 關心資料正在去哪裡。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Q011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DRM 與 Enterprise DRM／IRM 的關係？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DRM 是防止未授權複製的廣義機制；Enterprise DRM／IRM 是其企業文件權限子集。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Q012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DLP 一定要裝在 client 上嗎？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不一定。可位於 endpoint、network 或 cloud／SaaS／CASB。不要背「egress monitoring 一定有 client agent」。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Q013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Content-based discovery 較接近哪類控制？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Egress monitoring／DLP 類方案，不是 DRM。DRM 管使用權，不管內容發現。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Q014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DLP 能不能當合約仲裁或 HR 評估工具？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不能。DLP 是 data-centric control：識別、分類比對、監控、告警／阻擋。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Q015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VM 看到邏輯磁碟但實體不一定靠近 compute node，通常是哪種儲存？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Volume／Block storage。不要選 CDN。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Q016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Object storage 的特徵是什麼？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Object + metadata + identifier，通常經 API 存取。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Q017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CDN 的核心目的是什麼？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把內容快取／派發到靠近使用者處，追求 delivery／performance，不是通用附加儲存區。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Q018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IaaS／PaaS／SaaS 典型儲存對應？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IaaS → Volume／Object；PaaS → Databases；SaaS 常搭配 CDN 派發靜態內容。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Q019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 traditional overwrite 在 cloud 可能不可靠？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客戶通常無法控制實體媒體，且資料可能在 snapshot、replica、backup 中。不是因為「主管機關不喜歡覆寫」。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Q020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Physical destruction 和 crypto-erasure 哪個一定比較安全？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不能脫離情境。先問誰控制實體媒體。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Q021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雲端最普遍可行的資料銷毀方法通常是什麼？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Encryption／crypto-erasure（銷毀金鑰使資料不可讀）。Degaussing、物理銷毀、覆寫對客戶常不可行。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Q022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Degaussing 為什麼很少是雲端客戶的答案？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客戶通常無法保證對 CSP 磁性媒體執行消磁。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Q023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PCI DSS 交易授權後通常不能保留的 SAD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CVV／CVC。PAN 可在符合保護要求下儲存；PCI DSS 本身是產業標準不是法律。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Q024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TDE 的加密引擎在哪一層？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Database／DBMS 層。不要把 KMS 當成 encryption engine。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Q025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KMS 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管理金鑰生命週期、輪換與存取控制；管 key，不一定執行資料加密。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Q026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HSM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防篡改硬體，用於金鑰儲存與密碼運算。它是安全容器，不是金鑰本身。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Q027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BYOK 與 HYOK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BYOK：客戶自帶 key 給 CSP 使用；HYOK：客戶自己持有 key，CSP 不持有。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Q028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Envelope encryption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Data key 加密資料，master key 再加密 data key。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Q029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Tokenization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用 token 替代真值，原值存在 token vault。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Q030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Dynamic masking 與 static masking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Dynamic：查詢／顯示時依角色遮罩、不改原資料；Static：產生已遮罩副本。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Q031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Format-Preserving Encryption 的特點？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加密後仍保持原資料格式，例如看起來仍像信用卡號。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Q032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分類是否永久不變？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不是。時間、用途改變、所有權移轉、法規狀態都可能觸發 reclassification。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Q033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哪一項通常不是 reclassification 的理由？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Color change。顏色改變通常與敏感度分類無關。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Q034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Data Controller 與 Processor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Controller 決定 why + how；Processor 依指示處理。CSP 常可能是 processor／subprocessor。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Q035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PII 放在 CSP，CSP 發生 breach，customer 的 accountability 消失嗎？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不會。責任可共享或委外，歸責通常仍在 data owner／controller。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Q036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CSA CCM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雲端控制框架（control objectives／domains），可 mapping 其他標準。不要背完整 mapping 清單。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Q037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CAIQ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CSA 的評估問卷，用來詢問 CCM 控制如何實作。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Q038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STAR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CSA 的雲端供應商保證／登錄計畫，不是成熟度模型。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Q039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SSAE 18 與 SOC 1／SOC 2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SSAE 18 是認證／attestation 標準；SOC 1／2 是報告類型。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Q040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SOC 1 與 SOC 2 各看什麼？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SOC 1：財務報導控制；SOC 2：security／privacy 等信任原則控制。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Q041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Anonymization 的考試重點？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降低或移除身份關聯，使資料無法合理識別個人；不要和 masking／tokenization 混成同一個答案。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Q042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Egress monitoring 與 stateful inspection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Stateful inspection 是防火牆／網路狀態追蹤；egress monitoring／DLP 是看敏感資料是否外流。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Q043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Create 階段之後，Store 通常要做什麼？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依 classification 選擇適當儲存與加密。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Q044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Archive 階段的核心是什麼？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Retention 與長期保護，不是立即 destroy。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Q045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雲端資料刪除還要考慮哪些複本？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Replicas、snapshots、backups。銷毀「邏輯物件」不等于所有複本都消失。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Q046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Key rotation 的目的？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定期更換金鑰，降低長期暴露與金鑰洩漏衝擊。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Q047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Key escrow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以受控方式把金鑰託管給第三方或指定保管者，以便緊急復原，但會引入託管風險。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Q048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資料分類為何要盡早？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愈早分類，後續儲存位置、加密強度、DLP 政策、分享限制與銷毀方法才有依據。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Q049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IRM 即使檔案已被合法取得，仍可限制什麼？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View、copy、print、forward、expiration 等使用權限。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Q050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Discovery 能做 classification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Discovery 可依內容協助識別與分類，但 classification 仍是敏感度決策；兩者不要劃等號。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Q051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D2 最常見的混用錯誤是什麼？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把 Metadata、Label、Classification、Discovery、DLP、IRM 當成同一個「資料保護」答案。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Q052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題目出現「自動附加到資料、描述資料本身」最接近什麼？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Metadata，不是 label。Label 是刻意打上的分類標記。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Q053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雲端無法保證物理銷毀時，可行替代是什麼？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在金鑰架構正確的前提下做 cryptographic erasure／crypto-shredding。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Q054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FIPS 140-2 與 FIPS 140-3 怎麼記？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FIPS 140-2 是 legacy；FIPS 140-3 是現行世代。理解歷史即可，不要用舊版建立新模型。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Q055  / 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資料安全題先問哪五件事？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誰擁有資料、誰定政策、誰接受風險、誰操作控制、誰仍須負責（accountable）。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