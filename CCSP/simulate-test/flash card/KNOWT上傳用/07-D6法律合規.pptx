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PingFang TC"/>
              </a:defRPr>
            </a:pPr>
            <a:r>
              <a:t>CCSP D6 法律風險與合規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55555"/>
                </a:solidFill>
                <a:latin typeface="PingFang TC"/>
              </a:defRPr>
            </a:pPr>
            <a:r>
              <a:t>28 cards  |  Upload this PPT to Knowt AI Summarizer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Q001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CMM 用來評估什麼？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流程機制的嚴謹度、細節與可重複性（repeatability）。看到這些詞不要選 CSA STAR。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Q002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CSA STAR 用來做什麼？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檢驗／展示雲端安全控制保證，不是量測流程成熟度。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Q003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收到訴訟通知應立刻做什麼？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啟動 Legal Hold，暫停常規 secure destruction／retention 銷毀，以保全證據。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Q004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Legal hold 時要暫停威脅建模嗎？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通常不是優先動作。優先是保全可能相關的資料與日誌。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Q005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出庭前負責監管證物完整性的人是誰？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Evidence Custodian。不要選 Data Controller。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Q006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Chain of custody 證明什麼？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證物從收集到呈堂過程中的保管、移轉與完整性未被破壞。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Q007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SOC 2 與 SOC 3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SOC 2 詳細且通常 restricted use；SOC 3 較高階、較常可公開。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Q008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看到「公開摘要」與「詳細控制」分別偏向哪份 SOC？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公開摘要偏 SOC 3；詳細控制與受限分發偏 SOC 2。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Q009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ISO／IEC 是法律嗎？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不是。它是制定國際標準的組織／標準體系。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Q010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FedRAMP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美國聯邦雲端安全授權計畫，針對雲端服務給政府使用的授權路徑。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Q011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NIST SP 800-53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安全與隱私控制目錄，不是稽核報告，也不是成熟度模型。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Q012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HIPAA 主要保護什麼？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美國健康資訊（PHI）的隱私與安全要求。不要和 GLBA（金融）或 PCI（支付卡）搞混。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Q013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Common Criteria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IT 產品安全評估與保證等級框架（EAL 等），不是雲端營運稽核報告。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Q014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Auditability 強調什麼？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活動可被記錄、追蹤與獨立驗證。沒有 log／clock sync／custody 就很難審計。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Q015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eDiscovery 與一般 backup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eDiscovery 是為訴訟／調查識別、保存、產出電子證據；backup 是復原營運資料。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Q016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EU privacy adequacy 大致在問什麼？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第三方國家是否被認定提供足夠個資保護，以支持跨境傳輸。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Q017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GLBA 與 PCI DSS 再次對照？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GLBA = 美國聯邦金融隱私法；PCI DSS = 支付卡安全標準。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Q018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DMCA／copyright 題不要選成什麼？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不要選成隱私或資安控制框架。它處理著作權與數位內容保護。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Q019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ISO 31000 與 NIST 800-37 各偏什麼？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ISO 31000 是風險管理原則；NIST 800-37 是 RMF（風險管理框架）流程。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Q020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Right to Audit 通常出現在哪？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合約／SLA 條款，讓客戶或指定稽核人有權查核 CSP 控制。不是單靠公開行銷聲明。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Q021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Privacy Level Agreement 常被考的是什麼？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隱私相關義務，尤其通報／reporting obligation，而不只是時間長短。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Q022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合約／SLA incentive 的作用？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用獎懲驅動 CSP 達成可用性、安全或通報義務，而不只寫願望。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Q023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資料跨境時最該先想到什麼？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Jurisdiction、當地法律與能否合法轉移／存取資料。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Q024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Forensic reporting 最在意什麼？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方法可辯護、證據完整、chain of custody 清楚。不是先追求最快修復。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Q025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Evidence integrity 常見技術控制？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Hashing、寫保護、雙人保管、完整日誌。分類本身不能替代保管鏈。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Q026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把工作交給 processor 後，controller 還要做什麼？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選擇適當 processor、用合約約束、持續監督。歸責不因委外而消失。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Q027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SOC 報告能不能當成「我已完全合規」？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不能自動等同。要看 Type、期間、範圍與是否涵蓋你關心的控制。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Q028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訴訟保全時 retention 政策怎麼辦？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與本案可能相關的資料停止例行銷毀，即使原本到期。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