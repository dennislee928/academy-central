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PingFang TC"/>
              </a:defRPr>
            </a:pPr>
            <a:r>
              <a:t>CCSP 閃卡全部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55555"/>
                </a:solidFill>
                <a:latin typeface="PingFang TC"/>
              </a:defRPr>
            </a:pPr>
            <a:r>
              <a:t>232 cards  |  Upload this PPT to Knowt AI Summarizer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Public cloud 的定義是什麼？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開放給一般公眾使用，通常由雲端服務提供者擁有、管理及營運。不要和 private cloud 搞混。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Private cloud 的定義是什麼？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僅供單一組織專屬使用。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Hybrid cloud 的定義是什麼？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由兩個以上不同雲端基礎架構組成，並以標準化技術連結。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Community cloud 的定義是什麼？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供具有共同關注事項的特定消費者群體專屬使用。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Multicloud 一定等於 Hybrid cloud 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不一定。Multicloud 是使用多家 CSP；Hybrid 強調不同基礎設施被標準化技術綁在一起。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IaaS 最主要的商業驅動力是什麼？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Transfer of ownership cost：CapEx 轉 OpEx。不要先選能源或冷卻效率。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IaaS／PaaS／SaaS 客戶各管什麼？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IaaS：客戶管 OS／app／data；PaaS：客戶專注 app／code；SaaS：CSP 提供完整應用。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Cloud Broker 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仲介、彙整、整合或管理雲端服務。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Cloud Reseller 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購買 hosting／cloud service 後轉售給自己的客戶。不要選 Broker。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Cloud Carrier 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提供連線與傳輸（connectivity and transport）。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Cloud Auditor 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執行獨立評估（independent assessment）。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Interoperability 與 Portability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Interoperability 是系統能否一起運作與交換；Portability 是工作負載／資料能否搬走。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ISC2 語境中，推動企業投入資安的最大外部因素通常是什麼？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Regulation（法規），不是「不斷演進的威脅」。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Access control criteria 最終應主要源自什麼？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Organizational policy／business requirements。外部法規要先轉成組織政策，再變成 IAM／ACL。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GLBA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Gramm-Leach-Bliley Act：美國聯邦法律，保護金融機構客戶的非公開個人資訊。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PCI DSS 是法律嗎？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不是。PCI DSS 是支付卡產業安全標準，不是聯邦隱私法。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Privacy 需求如何影響 deployment model？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高隱私／專屬控制需求通常偏向 private 或 community；open public 不適合高度敏感專屬資料。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FaaS／Serverless 的考試重點是什麼？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Event-driven function；客戶不管 server 管理，但仍要管程式、權限與資料。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為什麼 cloud sprawl 不只是基礎設施帳單問題？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還可能增加 OS、資料庫、資安設備與企業軟體的授權、訂閱與管理成本。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Asset inventory 回答什麼？BIA 回答什麼？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Inventory 回答「我們有什麼」；BIA 回答「什麼最重要、中斷會怎樣」。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Business requirements 能補技術盤點缺的什麼？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Business usefulness／value／criticality，這些不一定能只靠客觀 technical inventory 得到。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Production 在 CSP-A、backup 在 CSP-B，recovery 最直接的技術風險是什麼？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Interoperability／proprietary format incompatibility。這比泛稱 vendor lock-in 更直接卡住還原目標。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ISC2 兩個答案都合理時怎麼選？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選最直接解決題目所問 business／security objective 的答案，不要總選範圍最大的風險名詞。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組織把工作放到雲端後，誰仍通常保有 accountability？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Organization／data owner／controller。Responsibility 可委外，accountability 通常不消失。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評估 CSP 時，除了 CSP 本身安全態勢還要看什麼？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它所依賴的 third parties／subprocessors／supply chain。CSP secure ≠ 整條服務鏈 secure。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Cloud Secure Data Lifecycle 六個階段依序是什麼？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Create → Store → Use → Share → Archive → Destroy。口訣 C-S-U-S-A-D。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資料一建立時，最早應執行哪項治理活動？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Classification。後續 encryption、IAM、DLP、retention、sharing、destruction 都可能依賴它。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Share 之前是哪一個 lifecycle phase？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Use。Encrypt／Protect／Validate 是 control，不是 phase。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Control 和 lifecycle phase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Phase 是資料所處階段；control 是保護手段。看到 encrypt／tokenize／DLP 先問是不是被拿來冒充 phase。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Metadata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Data about data：建立時間、作者、檔案類型、位置、擁有者、schema 等描述資訊。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Label／Tag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刻意附加的分類或治理標誌，例如 Confidential、PII、Restricted。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Classification 問的是什麼問題？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這份資料有多敏感／屬哪一類？它是決策，不是自動產生的描述欄位。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Data Discovery 的核心功能是什麼？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找出敏感資料在哪裡、內容是什麼，並做內容檢視與盤點。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DLP 的核心功能是什麼？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依內容辨識敏感資料，監控或阻止不當流動。記：DLP = movement。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IRM／DRM 與 DLP 最大差異是什麼？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IRM 控制授權後能做什麼（view／copy／print／forward）；DLP 關心資料正在去哪裡。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DRM 與 Enterprise DRM／IRM 的關係？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DRM 是防止未授權複製的廣義機制；Enterprise DRM／IRM 是其企業文件權限子集。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DLP 一定要裝在 client 上嗎？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不一定。可位於 endpoint、network 或 cloud／SaaS／CASB。不要背「egress monitoring 一定有 client agent」。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Content-based discovery 較接近哪類控制？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Egress monitoring／DLP 類方案，不是 DRM。DRM 管使用權，不管內容發現。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DLP 能不能當合約仲裁或 HR 評估工具？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不能。DLP 是 data-centric control：識別、分類比對、監控、告警／阻擋。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Q040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VM 看到邏輯磁碟但實體不一定靠近 compute node，通常是哪種儲存？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Volume／Block storage。不要選 CDN。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Q041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Object storage 的特徵是什麼？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Object + metadata + identifier，通常經 API 存取。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Q042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CDN 的核心目的是什麼？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把內容快取／派發到靠近使用者處，追求 delivery／performance，不是通用附加儲存區。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Q043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IaaS／PaaS／SaaS 典型儲存對應？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IaaS → Volume／Object；PaaS → Databases；SaaS 常搭配 CDN 派發靜態內容。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Q044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為什麼 traditional overwrite 在 cloud 可能不可靠？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客戶通常無法控制實體媒體，且資料可能在 snapshot、replica、backup 中。不是因為「主管機關不喜歡覆寫」。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Q045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Physical destruction 和 crypto-erasure 哪個一定比較安全？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不能脫離情境。先問誰控制實體媒體。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Q046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雲端最普遍可行的資料銷毀方法通常是什麼？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Encryption／crypto-erasure（銷毀金鑰使資料不可讀）。Degaussing、物理銷毀、覆寫對客戶常不可行。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Q047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Degaussing 為什麼很少是雲端客戶的答案？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客戶通常無法保證對 CSP 磁性媒體執行消磁。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Q048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PCI DSS 交易授權後通常不能保留的 SAD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CVV／CVC。PAN 可在符合保護要求下儲存；PCI DSS 本身是產業標準不是法律。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Q049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TDE 的加密引擎在哪一層？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Database／DBMS 層。不要把 KMS 當成 encryption engine。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Q050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KMS 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管理金鑰生命週期、輪換與存取控制；管 key，不一定執行資料加密。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Q051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HSM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防篡改硬體，用於金鑰儲存與密碼運算。它是安全容器，不是金鑰本身。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Q052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BYOK 與 HYOK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BYOK：客戶自帶 key 給 CSP 使用；HYOK：客戶自己持有 key，CSP 不持有。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Q053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Envelope encryption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Data key 加密資料，master key 再加密 data key。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Q054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Tokenization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用 token 替代真值，原值存在 token vault。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Q055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Dynamic masking 與 static masking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Dynamic：查詢／顯示時依角色遮罩、不改原資料；Static：產生已遮罩副本。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Q056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Format-Preserving Encryption 的特點？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加密後仍保持原資料格式，例如看起來仍像信用卡號。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Q057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分類是否永久不變？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不是。時間、用途改變、所有權移轉、法規狀態都可能觸發 reclassification。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Q058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哪一項通常不是 reclassification 的理由？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Color change。顏色改變通常與敏感度分類無關。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Q059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Data Controller 與 Processor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Controller 決定 why + how；Processor 依指示處理。CSP 常可能是 processor／subprocessor。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Q060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PII 放在 CSP，CSP 發生 breach，customer 的 accountability 消失嗎？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不會。責任可共享或委外，歸責通常仍在 data owner／controller。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Q061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CSA CCM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雲端控制框架（control objectives／domains），可 mapping 其他標準。不要背完整 mapping 清單。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Q062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CAIQ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CSA 的評估問卷，用來詢問 CCM 控制如何實作。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Q063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STAR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CSA 的雲端供應商保證／登錄計畫，不是成熟度模型。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Q064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SSAE 18 與 SOC 1／SOC 2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SSAE 18 是認證／attestation 標準；SOC 1／2 是報告類型。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Q065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SOC 1 與 SOC 2 各看什麼？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SOC 1：財務報導控制；SOC 2：security／privacy 等信任原則控制。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Q066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Anonymization 的考試重點？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降低或移除身份關聯，使資料無法合理識別個人；不要和 masking／tokenization 混成同一個答案。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Q067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Egress monitoring 與 stateful inspection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Stateful inspection 是防火牆／網路狀態追蹤；egress monitoring／DLP 是看敏感資料是否外流。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Q068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Create 階段之後，Store 通常要做什麼？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依 classification 選擇適當儲存與加密。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Q069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Archive 階段的核心是什麼？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Retention 與長期保護，不是立即 destroy。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Q070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雲端資料刪除還要考慮哪些複本？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Replicas、snapshots、backups。銷毀「邏輯物件」不等于所有複本都消失。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Q071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Key rotation 的目的？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定期更換金鑰，降低長期暴露與金鑰洩漏衝擊。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Q072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Key escrow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以受控方式把金鑰託管給第三方或指定保管者，以便緊急復原，但會引入託管風險。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Q073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資料分類為何要盡早？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愈早分類，後續儲存位置、加密強度、DLP 政策、分享限制與銷毀方法才有依據。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Q074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IRM 即使檔案已被合法取得，仍可限制什麼？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View、copy、print、forward、expiration 等使用權限。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Q075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Discovery 能做 classification 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Discovery 可依內容協助識別與分類，但 classification 仍是敏感度決策；兩者不要劃等號。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Q076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D2 最常見的混用錯誤是什麼？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把 Metadata、Label、Classification、Discovery、DLP、IRM 當成同一個「資料保護」答案。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Q077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題目出現「自動附加到資料、描述資料本身」最接近什麼？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Metadata，不是 label。Label 是刻意打上的分類標記。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Q078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雲端無法保證物理銷毀時，可行替代是什麼？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在金鑰架構正確的前提下做 cryptographic erasure／crypto-shredding。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Q079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FIPS 140-2 與 FIPS 140-3 怎麼記？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FIPS 140-2 是 legacy；FIPS 140-3 是現行世代。理解歷史即可，不要用舊版建立新模型。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Q080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資料安全題先問哪五件事？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誰擁有資料、誰定政策、誰接受風險、誰操作控制、誰仍須負責（accountable）。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Q081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高架地板（raised flooring）的設計目的是什麼？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作為空調通風管道（air plenum）與佈線通道。不是避難所或儲藏室。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Q082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高架地板下方線材不整理，最大危害通常是什麼？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阻礙氣流、降低 HVAC 效率。不要先選防跌倒。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Q083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MAD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Maximum Allowable Downtime（亦見 MTD）：業務決定的最大可容忍停機時間。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Q084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RTO 與 MAD 的關係？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RTO 必須小於 MAD。IT 復原目標不能超過業務上限。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Q085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RPO 衡量什麼？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可容忍的資料損失量（以時間表示的 recovery point）。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Q086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誰負責攔截與協調硬體資源呼叫？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Hypervisor，不是一般系統管理員。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Q087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DR 計畫應該寫給誰執行？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任何具備基本技能的人。核心團隊災難時可能無法連線。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Q088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MFA 是最根本的安全原則嗎？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不是。MFA 是控制項；Defense in Depth 才是涵蓋架構的根本原則。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Q089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雲端最常見的無意行為後果是什麼？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忘記關閉無用 VM，造成 resource sprawl。不是一定立刻變成 disaster。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Q090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Public cloud 資料中心控制治理通常由誰制定？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Cloud provider。不要直接選 regulator。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Q091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Uptime Tier I 到 IV 分別是什麼？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 Basic Capacity；II Redundant Capacity Components；III Concurrently Maintainable；IV Fault Tolerant。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Q092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Uptime Tier-defined facilities 的燃油基準？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12 hours at N load。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Q093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ASHRAE A1–A4 建議溫度範圍？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18–27°C。93°F 顯然過高。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Q094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資料中心 Physical／Environmental／Resilience 各涵蓋什麼？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Physical：選址與實體進出；Environmental：HVAC、溫濕、氣流、消防；Resilience：UPS、發電機、燃油、冗餘電力／冷卻／連線。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Q095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NAS 與 SAN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NAS 是檔案層網路儲存；SAN 是區塊層儲存網路。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Q096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VLAN 在考試中常被當成什麼控制？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網路分段／隔離手段。不要把它當成加密或身分驗證。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Q097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SDN control plane 的角色？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集中決定轉送策略；data plane 依此轉送流量。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Q098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Data dispersion 與 encryption 為何有協同效應？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先加密再切碎分散：攻擊者拿到的是不完整亂碼碎片，互補彼此單獨使用的弱點。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Q099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Asset inventory 加 personnel training 有 synergy 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通常沒有。兩者平行解決不同問題，不會互相放大同一攻擊路徑的防禦。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Q100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Cloud data center campus 入口常見什麼？不該把哪個當成敏感區控制？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應有 badging 等入口程序；mantrap 較屬敏感區／機房內層控制，不是所有 campus access point 的必備項。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Q101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VM configuration management 工具應包含什麼？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Log file generation，以支援變更追蹤與事件調查。不要只選 anti-tampering。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Q102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哪種控制會影響 egress monitoring 的可視性？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Encryption。加密後監控方案更難檢查內容。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Q103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Enhanced authentication 為什麼不該用 variable keystrokes？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每次擊鍵都不穩定就無法建立可靠生物特徵範本。Variable ≠ 有用的 dynamic factor。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Q104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Type 1 hypervisor 的關鍵特徵？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直接跑在硬體上（bare metal），不是裝在一般宿主 OS 裡的 Type 2。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Q105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Live migration 的維運用意？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把 workload 移到其他節點，使主機可進入 maintenance 而不中斷服務。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Q106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Management plane 為什麼要隔離？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它能控制整個雲環境；被攻破等於控制面失守，應與 production 資料面分離。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Q107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Hot aisle／cold aisle 目的？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組織氣流，讓空調有效帶走熱氣。亂放東西會破壞氣流設計。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Q108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Clustered host 進入維護前先做什麼？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Drain／migrate workload，確保服務由其他節點承載。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Q109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OSI 題在 D3 常考什麼判斷？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先判斷題目在問哪一層的控制（例如網路分段、傳輸加密、應用識別），不要看到「網路」就一律選同一層。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Q110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第三方／供應鏈對基礎設施的意義？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你的 CSP 還可能依賴其他 subprocessors；評估時要看整條 dependency chain。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Q111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發現未授權 API 時，為什麼不該立刻封鎖？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可能中斷合法業務。ISC2 常要先 gather more data，釐清業務需求與影響。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Q112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雲端開發者最容易失去哪項控制權？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底層 logging，因為日誌設施通常由 CSP 掌握。不是欄位驗證。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Q113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開發人員測試自己程式的核心問題是什麼？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Conflict of interest／vested interest：他們希望軟體表現良好，因而產生盲點。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Q114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Forklifting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傳統應用不經修改直接搬上雲端，即 lift and shift。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Q115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REST 與 SOAP 怎麼分？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SOAP 依賴嚴格 XML 協定標準；REST 核心優勢是輕量與可擴展。不要說 REST 建立在同樣嚴格的協定標準上。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Q116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IAM 的終極目的是什麼？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Accountability（可歸責）。Authorization 只是過程。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Q117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ISO 27034 的 ONF 與 ANF 數量關係？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組織只有 1 個 ONF；每個應用有 1 個專屬 ANF。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Q118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要找程式設計邏輯錯誤，弱點掃描夠嗎？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不夠。弱掃找已知系統弱點；邏輯錯誤靠原始碼審查／SAST。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Q119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SAST 與 DAST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SAST 看原始碼（白箱、開發期）；DAST 測運行中應用（黑箱、執行期）。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Q120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IAST 與 RASP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IAST 在測試／執行中儀測以找漏洞；RASP 在執行期於應用內防禦攻擊。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Q121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API Gateway 與傳統防火牆差在哪？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API Gateway 理解 API 呼叫、驗證、限流與應用層政策；傳統防火牆主要在網路層過濾。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Q122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Secure SDLC 的 shift left 是什麼意思？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把安全活動前移到需求、設計與開發，而不是只在上線前掃描。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Q123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Threat modeling 主要回答什麼？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系統有哪些資產、威脅、攻擊路徑與應優先的對策。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Q124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PaaS 測試的典型限制是什麼？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客戶可能無法對底層平台做完整基礎設施測試，只能在被允許的應用層範圍測試。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Q125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Code signing 的目的？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證明軟體來源與完整性，讓執行前能驗證發行者與未被篡改。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Q126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Nonfunctional requirements 常見包含什麼？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效能、可用性、可擴充性、安全性、可維護性等，不是功能清單本身。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Q127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Federated identity 解決什麼？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讓使用者用可信身分提供者的身分，跨組織／雲服務存取，而不在每個 SP 各建一套帳號。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Q128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OWASP Top 10 在 CCSP 怎麼用？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作為 Web／應用常見風險清單與溝通框架，不是唯一合規標準。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Q129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Side-channel attack 在雲端為何被討論？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共享硬體可能讓攻擊者從時序、快取、電源等旁路推斷資訊。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Q130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應用安全題看到 best／first 時先問什麼？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這是治理／調查優先，還是立刻做技術強制。ISC2 常先選釐清與最小業務衝擊。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Q131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為什麼「工程師不擅長測試」通常是錯的？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那是情緒性說法。考試要的是獨立測試與利益衝突，不是能力貶低。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Q132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Release acceptance 的主要目的是什麼？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確認發行物符合既定驗收準則後才放行。文件化與核准是支撐，不是最上位目的。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Q133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日誌跨系統關聯的第一先決條件是什麼？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Clock synchronization／NTP。不是 RAM 或磁碟容量。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Q134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Honeypot 的合法用途有哪些？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偵測、分流注意力、拖延、蒐集威脅情報。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Q135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Honeypot 不能做什麼？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主動招攬攻擊者（luring）。那可能構成 entrapment，傷害後續追訴。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Q136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雲端自動修補最大死角是什麼？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Snapshot／saved／dormant VM images 收不到 patch，被喚醒後帶已知漏洞上線。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Q137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Baseline 發揮完整價值的必要條件？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Documentation。沒寫下來就無法定義、證明與還原偏離。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Q138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Baseline 是防毒或 HIDS 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不是。它是用來比較的安全組態標準。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Q139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發現 baseline deviation 應該直接改回去嗎？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不要。應 document → assess → authorize 或 remediate → 若屬合法變更則更新 baseline。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Q140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Configuration maintenance 包含什麼？不包含什麼？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包含 baseline、變更、patch、版本控制、驗證、偏離管理、文件。不包含 social engineering。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Q141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Production patch 為什麼不能看到更新就部署？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要評估 compatibility、可用性衝擊與變更風險：Identify → Evaluate → Test → Approve → Deploy → Validate。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Q142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Vendor guidance 能否取代 risk owner？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不能。Vendor 建議重要，但風險所有者仍是你的組織。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Q143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Host 進入 maintenance 前，cluster 通常先做什麼？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Move／drain workload，或確保其他節點仍能承載服務。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Q144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Maintenance mode 可以停 monitoring／logging 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不行。維護期間仍要保留監控與日誌，才能驗證與調查。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Q145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維運生命週期口訣？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Baseline → Harden → Document → Monitor → Detect deviation → Change management → Patch／test → Remediate → Re-baseline。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Q146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Exposure Factor 受什麼影響最大？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Type of threat vector。它決定破壞機制與可能損失百分比。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Q147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SLE 與 ALE 公式？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SLE = AV × EF；ALE = SLE × ARO。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Q148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Risk treatment 四種？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Avoid、mitigate、transfer／share、accept。殘餘風險最終必須被適當接受。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Q149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ITIL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IT service management 框架。不要當成資安控制目錄或法律。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Q150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COBIT 偏向什麼？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IT 治理與控制目標，不是單純技術組態基準。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Q151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Golden image 為何是修補風險？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映像檔若過期，之後大量克隆會複製未修補狀態。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Q152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跨時區 VM patching 要注意什麼？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維護窗必須對應各系統本地風險與業務時間，不能只用單一總部時區硬切。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Q153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Hardening 與 auditing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Hardening 是減少攻擊面的強化；auditing 是驗證與舉證。不要把稽核當強化本身。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Q154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Management plane isolation 的維運意義？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管理面被攻破可控制所有 guest；應獨立網路、強認證與嚴格存取。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Q155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HA、clustering、live migration 怎麼分？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HA 是整體可用性目標；clustering 提供節點互相承接；live migration 是把運行中 workload 挪走以便維護。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Q156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為什麼離線就等於可能未修補？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自動化修補通常只打到 running instance。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Q157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Configuration drift 沒有文件時為何無法證明？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沒有基準就無法證明「現在」偏離「應有狀態」。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Q158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定量風險裡 AV、EF、ARO 各是什麼？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AV 資產價值；EF 單次事件損失比例；ARO 年發生率。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Q159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殘餘風險最後要誰處理？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必須被適當的管理層接受，或繼續處理到可接受。不能懸空。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Q160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SIEM 的價值建立在什麼前提？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可靠、同步、集中的日誌。沒有時間同步就很難做事件重建。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Q161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Patch 責任在共享責任模型裡怎麼想？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誰能改那一層誰就有操作責任：guest OS／app 常是客戶；底層 hypervisor／host 常是 CSP。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Q162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Honeypot EXCEPT 題秒選什麼？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Luring attackers。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Q163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問 baseline 必要條件時不要選什麼？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不要選培訓或 HIDS；選 documentation。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Q164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維護完成後還缺哪一步？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Validate 後 return to service，必要時更新 baseline。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Q165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CMM 用來評估什麼？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流程機制的嚴謹度、細節與可重複性（repeatability）。看到這些詞不要選 CSA STAR。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Q166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CSA STAR 用來做什麼？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檢驗／展示雲端安全控制保證，不是量測流程成熟度。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Q167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收到訴訟通知應立刻做什麼？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啟動 Legal Hold，暫停常規 secure destruction／retention 銷毀，以保全證據。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Q168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Legal hold 時要暫停威脅建模嗎？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通常不是優先動作。優先是保全可能相關的資料與日誌。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Q169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出庭前負責監管證物完整性的人是誰？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Evidence Custodian。不要選 Data Controller。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Q170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Chain of custody 證明什麼？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證物從收集到呈堂過程中的保管、移轉與完整性未被破壞。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Q171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SOC 2 與 SOC 3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SOC 2 詳細且通常 restricted use；SOC 3 較高階、較常可公開。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Q172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看到「公開摘要」與「詳細控制」分別偏向哪份 SOC？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公開摘要偏 SOC 3；詳細控制與受限分發偏 SOC 2。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Q173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ISO／IEC 是法律嗎？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不是。它是制定國際標準的組織／標準體系。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Q174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FedRAMP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美國聯邦雲端安全授權計畫，針對雲端服務給政府使用的授權路徑。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Q175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NIST SP 800-53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安全與隱私控制目錄，不是稽核報告，也不是成熟度模型。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Q176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HIPAA 主要保護什麼？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美國健康資訊（PHI）的隱私與安全要求。不要和 GLBA（金融）或 PCI（支付卡）搞混。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Q177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Common Criteria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IT 產品安全評估與保證等級框架（EAL 等），不是雲端營運稽核報告。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Q178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Auditability 強調什麼？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活動可被記錄、追蹤與獨立驗證。沒有 log／clock sync／custody 就很難審計。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Q179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eDiscovery 與一般 backup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eDiscovery 是為訴訟／調查識別、保存、產出電子證據；backup 是復原營運資料。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Q180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EU privacy adequacy 大致在問什麼？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第三方國家是否被認定提供足夠個資保護，以支持跨境傳輸。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Q181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GLBA 與 PCI DSS 再次對照？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GLBA = 美國聯邦金融隱私法；PCI DSS = 支付卡安全標準。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Q182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DMCA／copyright 題不要選成什麼？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不要選成隱私或資安控制框架。它處理著作權與數位內容保護。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Q183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ISO 31000 與 NIST 800-37 各偏什麼？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ISO 31000 是風險管理原則；NIST 800-37 是 RMF（風險管理框架）流程。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Q184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Right to Audit 通常出現在哪？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合約／SLA 條款，讓客戶或指定稽核人有權查核 CSP 控制。不是單靠公開行銷聲明。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Q185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Privacy Level Agreement 常被考的是什麼？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隱私相關義務，尤其通報／reporting obligation，而不只是時間長短。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Q186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合約／SLA incentive 的作用？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用獎懲驅動 CSP 達成可用性、安全或通報義務，而不只寫願望。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Q187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資料跨境時最該先想到什麼？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Jurisdiction、當地法律與能否合法轉移／存取資料。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Q188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Forensic reporting 最在意什麼？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方法可辯護、證據完整、chain of custody 清楚。不是先追求最快修復。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Q189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Evidence integrity 常見技術控制？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Hashing、寫保護、雙人保管、完整日誌。分類本身不能替代保管鏈。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Q190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把工作交給 processor 後，controller 還要做什麼？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選擇適當 processor、用合約約束、持續監督。歸責不因委外而消失。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Q191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SOC 報告能不能當成「我已完全合規」？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不能自動等同。要看 Type、期間、範圍與是否涵蓋你關心的控制。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Q192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訴訟保全時 retention 政策怎麼辦？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與本案可能相關的資料停止例行銷毀，即使原本到期。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Q193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用一句話說明 TLS 四段工作？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Certificate 綁定身分與 public key；digital signature 證明持有 private key；(EC)DHE 建立 shared secret；symmetric crypto 保護實際流量。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Q194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Symmetric encryption 的核心？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同一把 secret key 做加解密。適合大量資料，所以 bulk／TLS application traffic 用它。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Q195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Symmetric 最大問題是什麼？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Key distribution：雙方如何安全取得同一把 secret。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Q196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Asymmetric cryptography 使用什麼？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Public key + private key 這一對 mathematically related keys。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Q197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要給 Bob 機密訊息時用哪把 key 加密？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Bob 的 public key 加密，Bob 的 private key 解密。目的是 confidentiality。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Q198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數位簽章用哪把 key？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簽署者 private key 簽名，對應 public key 驗證。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Q199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Digital signature 提供什麼、不提供什麼？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提供 integrity、authenticity、non-repudiation support；不提供 confidentiality。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Q200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為什麼不要說「用 private key 加密」來形容簽章？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這是舊簡化。CCSP 較安全的說法是 sign with private key、verify with public key。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Q201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Hash 單獨能證明是誰產生的嗎？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不能。任何人改完內容都可以重算 hash。Hash 只能協助偵測修改。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Q202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HMAC 為什麼通常不能給真正 non-repudiation？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雙方共享同一 secret，理論上都能做出 valid MAC。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Q203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X.509 certificate 最重要的一句？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把 identity／subject 與 public key 綁在一起，並由 CA 數位簽章證明此 binding。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Q204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Certificate 裡有 private key 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不應有。公開憑證帶 public key；private key 必須另外保密。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Q205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CA 的主要工作是什麼？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依程序驗證 subject，並用 CA private key 簽署憑證。不是幫你加密流量。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Q206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誰驗證 CA 在憑證上的簽章？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Client 用 CA public key 驗證。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Q207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PKI chain of trust 怎麼走？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Root CA → Intermediate CA → server certificate。Trust store 預先信任 root。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Q208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憑證驗證至少要看哪些？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簽章／鏈、有效期、主體／hostname（SAN）、key usage、撤銷（CRL／OCSP）。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Q209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憑證過期後 public key 數學上會壞掉嗎？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不會。但 PKI 驗證應拒絕，因為超出核准有效期。這是 trust validity 不是數學失效。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Q210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只偷到 server 的公開憑證能冒充伺服器嗎？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不能。關鍵秘密是 private key。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Q211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TLS 是 hybrid cryptosystem 的原因？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非對稱／DH 做認證與金鑰建立；對稱金鑰做大量加密。全非對稱太慢，全對稱無法安全起步。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Q212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TLS 1.3 中 certificate 與 ECDHE 各做什麼？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Certificate／signature = authentication；ECDHE = key establishment。兩者是不同功能。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Q213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TLS application traffic 用什麼加密？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Derived symmetric traffic keys，常見 AES-GCM 或 ChaCha20-Poly1305（AEAD）。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Q214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ECDHE 最大安全特性？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Forward secrecy：每個 session 用 ephemeral keys，長期金鑰失竊不應讓過去流量自動可解。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Q215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ECDSA 與 ECDHE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ECDSA = digital signature；ECDHE = key establishment。不要混。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Q216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TLS 1.3 還用傳統 RSA static key exchange 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不用。那是舊 TLS 常見、且無 forward secrecy 的做法。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Q217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為什麼「X.509 產生 shared secret」不精確？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憑證主要做身分綁定與認證；TLS 1.3 的 shared secret 通常由 (EC)DHE 建立。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Q218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AES-GCM 為什麼常出現在 TLS？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它是 AEAD，可同時提供機密性與密文完整性。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Q219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TLS 1.3 cipher suite 名稱還會寫出 ECDHE／RSA 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通常不會。TLS 1.3 把憑證演算法與 ECDHE group 分開協商，例如 TLS_AES_128_GCM_SHA256。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Q220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mTLS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雙方都出示憑證：server authentication + client certificate authentication。一般公開 HTTPS 未必做 client cert。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Q221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CRL 與 OCSP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CRL 下載撤銷清單；OCSP 詢問特定憑證的撤銷狀態。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Q222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Root CA 為什麼能被信任？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它是 trust anchor，已預先放在 OS／browser trust store。不是因為 self-signed 就自動可信。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Q223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Self-signed certificate 的信任問題？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Subject = Issuer，密碼學上可驗簽，但缺少外部可信 CA 時必須另有 out-of-band trust。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Q224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Certificate、KMS、HSM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Certificate = 身分與 public key 綁定；KMS = 金鑰生命週期管理；HSM = 受保護硬體做金鑰運算。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Q225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大量資料加密看到題目先選什麼？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Symmetric。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Q226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問「誰簽的、完整性 + 不可否認」選什麼？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Digital signature。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Q227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問「完整性 + 共享密鑰認證」選什麼？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HMAC。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Q228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問 TLS fresh shared secret 選什麼？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(EC)DHE。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Q229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問 forward secrecy 選什麼？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Ephemeral Diffie-Hellman／ECDHE。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Q230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最不能外洩的是什麼？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Private key。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Q231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Authentication 與 confidentiality 各回答什麼？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Authentication：你是誰？Confidentiality：未授權者能否讀懂？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Q232  / 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瀏覽器收到 server X.509 的主要密碼學目的？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透過可信 CA 簽章，把伺服器身分綁定到 public key。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